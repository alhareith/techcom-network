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</p:sldMasterIdLst>
  <p:notesMasterIdLst>
    <p:notesMasterId r:id="rId5"/>
  </p:notesMasterIdLst>
  <p:sldIdLst>
    <p:sldId id="256" r:id="rId2"/>
    <p:sldId id="266" r:id="rId3"/>
    <p:sldId id="301" r:id="rId4"/>
  </p:sldIdLst>
  <p:sldSz cx="15544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0B9CBE8-FAD0-4FCE-B4C4-A40F9EE996E5}">
          <p14:sldIdLst>
            <p14:sldId id="256"/>
            <p14:sldId id="266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5F7E"/>
    <a:srgbClr val="699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1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A4AAA-CBF7-490E-8E8C-B62FD3CFAAF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8263" y="1143000"/>
            <a:ext cx="69945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1E734-7DFC-4372-BAAA-82375D815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04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3100" y="1122363"/>
            <a:ext cx="116586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3100" y="3602038"/>
            <a:ext cx="116586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5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1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609" y="1709739"/>
            <a:ext cx="1340739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0609" y="4589464"/>
            <a:ext cx="1340739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73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8705" y="1825625"/>
            <a:ext cx="66065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69555" y="1825625"/>
            <a:ext cx="66065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0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365126"/>
            <a:ext cx="1340739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0731" y="1681163"/>
            <a:ext cx="6576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0731" y="2505075"/>
            <a:ext cx="657617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69555" y="1681163"/>
            <a:ext cx="66085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69555" y="2505075"/>
            <a:ext cx="66085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6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76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72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457200"/>
            <a:ext cx="501360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08565" y="987426"/>
            <a:ext cx="786955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2057400"/>
            <a:ext cx="501360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47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730" y="457200"/>
            <a:ext cx="501360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08565" y="987426"/>
            <a:ext cx="786955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0730" y="2057400"/>
            <a:ext cx="501360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77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8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24247" y="365125"/>
            <a:ext cx="335184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8705" y="365125"/>
            <a:ext cx="986123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64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8705" y="365126"/>
            <a:ext cx="134073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705" y="1825625"/>
            <a:ext cx="13407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8705" y="6356351"/>
            <a:ext cx="34975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65C8A-B34F-4810-9EF0-2B71E31C1C21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9215" y="6356351"/>
            <a:ext cx="5246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8515" y="6356351"/>
            <a:ext cx="34975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1D1CD-830C-4CE7-8B5E-37A2BA2A9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7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 descr="Computer with solid fill">
            <a:extLst>
              <a:ext uri="{FF2B5EF4-FFF2-40B4-BE49-F238E27FC236}">
                <a16:creationId xmlns:a16="http://schemas.microsoft.com/office/drawing/2014/main" id="{D6863831-8FEA-31A4-B2BA-4CEEB9968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7547" y="4594249"/>
            <a:ext cx="914400" cy="9144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D8FD5B3-CB44-7CEF-F306-893368F834E0}"/>
              </a:ext>
            </a:extLst>
          </p:cNvPr>
          <p:cNvSpPr/>
          <p:nvPr/>
        </p:nvSpPr>
        <p:spPr>
          <a:xfrm>
            <a:off x="4035124" y="62680"/>
            <a:ext cx="654057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Access Layer</a:t>
            </a:r>
          </a:p>
        </p:txBody>
      </p:sp>
      <p:pic>
        <p:nvPicPr>
          <p:cNvPr id="23" name="Graphic 22" descr="Telephone with solid fill">
            <a:extLst>
              <a:ext uri="{FF2B5EF4-FFF2-40B4-BE49-F238E27FC236}">
                <a16:creationId xmlns:a16="http://schemas.microsoft.com/office/drawing/2014/main" id="{47DBCEB3-7745-F0B0-A57B-48ED3C7B0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056" y="4969392"/>
            <a:ext cx="914400" cy="914400"/>
          </a:xfrm>
          <a:prstGeom prst="rect">
            <a:avLst/>
          </a:prstGeom>
        </p:spPr>
      </p:pic>
      <p:pic>
        <p:nvPicPr>
          <p:cNvPr id="27" name="Graphic 26" descr="Computer with solid fill">
            <a:extLst>
              <a:ext uri="{FF2B5EF4-FFF2-40B4-BE49-F238E27FC236}">
                <a16:creationId xmlns:a16="http://schemas.microsoft.com/office/drawing/2014/main" id="{292805F6-084A-2823-781C-EF37AF9C3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8028" y="4514850"/>
            <a:ext cx="914400" cy="914400"/>
          </a:xfrm>
          <a:prstGeom prst="rect">
            <a:avLst/>
          </a:prstGeom>
        </p:spPr>
      </p:pic>
      <p:pic>
        <p:nvPicPr>
          <p:cNvPr id="28" name="Graphic 27" descr="Telephone with solid fill">
            <a:extLst>
              <a:ext uri="{FF2B5EF4-FFF2-40B4-BE49-F238E27FC236}">
                <a16:creationId xmlns:a16="http://schemas.microsoft.com/office/drawing/2014/main" id="{7DE4A082-899C-8473-33C9-F96EAC66C7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7700" y="4972050"/>
            <a:ext cx="914400" cy="914400"/>
          </a:xfrm>
          <a:prstGeom prst="rect">
            <a:avLst/>
          </a:prstGeom>
        </p:spPr>
      </p:pic>
      <p:pic>
        <p:nvPicPr>
          <p:cNvPr id="30" name="Graphic 29" descr="Telephone with solid fill">
            <a:extLst>
              <a:ext uri="{FF2B5EF4-FFF2-40B4-BE49-F238E27FC236}">
                <a16:creationId xmlns:a16="http://schemas.microsoft.com/office/drawing/2014/main" id="{F43DE6E6-32B4-D02C-B640-867B78586E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9336" y="4969392"/>
            <a:ext cx="914400" cy="914400"/>
          </a:xfrm>
          <a:prstGeom prst="rect">
            <a:avLst/>
          </a:prstGeom>
        </p:spPr>
      </p:pic>
      <p:pic>
        <p:nvPicPr>
          <p:cNvPr id="32" name="Graphic 31" descr="Telephone with solid fill">
            <a:extLst>
              <a:ext uri="{FF2B5EF4-FFF2-40B4-BE49-F238E27FC236}">
                <a16:creationId xmlns:a16="http://schemas.microsoft.com/office/drawing/2014/main" id="{F2120E59-07D7-6005-E384-CDA62E735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4550" y="4972050"/>
            <a:ext cx="914400" cy="914400"/>
          </a:xfrm>
          <a:prstGeom prst="rect">
            <a:avLst/>
          </a:prstGeom>
        </p:spPr>
      </p:pic>
      <p:pic>
        <p:nvPicPr>
          <p:cNvPr id="33" name="Graphic 32" descr="Computer with solid fill">
            <a:extLst>
              <a:ext uri="{FF2B5EF4-FFF2-40B4-BE49-F238E27FC236}">
                <a16:creationId xmlns:a16="http://schemas.microsoft.com/office/drawing/2014/main" id="{16D3C601-19F0-4EB3-7344-FD9ADBBEF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84794" y="4514850"/>
            <a:ext cx="914400" cy="914400"/>
          </a:xfrm>
          <a:prstGeom prst="rect">
            <a:avLst/>
          </a:prstGeom>
        </p:spPr>
      </p:pic>
      <p:pic>
        <p:nvPicPr>
          <p:cNvPr id="34" name="Graphic 33" descr="Telephone with solid fill">
            <a:extLst>
              <a:ext uri="{FF2B5EF4-FFF2-40B4-BE49-F238E27FC236}">
                <a16:creationId xmlns:a16="http://schemas.microsoft.com/office/drawing/2014/main" id="{4BE17D7A-A778-5438-21F5-7616115E0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01810" y="4972050"/>
            <a:ext cx="914400" cy="914400"/>
          </a:xfrm>
          <a:prstGeom prst="rect">
            <a:avLst/>
          </a:prstGeom>
        </p:spPr>
      </p:pic>
      <p:pic>
        <p:nvPicPr>
          <p:cNvPr id="35" name="Graphic 34" descr="Computer with solid fill">
            <a:extLst>
              <a:ext uri="{FF2B5EF4-FFF2-40B4-BE49-F238E27FC236}">
                <a16:creationId xmlns:a16="http://schemas.microsoft.com/office/drawing/2014/main" id="{86DFC9F8-169C-BD4E-894D-DF19E9269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86047" y="4514850"/>
            <a:ext cx="914400" cy="914400"/>
          </a:xfrm>
          <a:prstGeom prst="rect">
            <a:avLst/>
          </a:prstGeom>
        </p:spPr>
      </p:pic>
      <p:pic>
        <p:nvPicPr>
          <p:cNvPr id="36" name="Graphic 35" descr="Telephone with solid fill">
            <a:extLst>
              <a:ext uri="{FF2B5EF4-FFF2-40B4-BE49-F238E27FC236}">
                <a16:creationId xmlns:a16="http://schemas.microsoft.com/office/drawing/2014/main" id="{4843C7CD-BEEA-0CCA-0E2A-70250A711C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6363" y="4972050"/>
            <a:ext cx="914400" cy="914400"/>
          </a:xfrm>
          <a:prstGeom prst="rect">
            <a:avLst/>
          </a:prstGeom>
        </p:spPr>
      </p:pic>
      <p:pic>
        <p:nvPicPr>
          <p:cNvPr id="38" name="Picture 37" descr="Icon&#10;&#10;Description automatically generated">
            <a:extLst>
              <a:ext uri="{FF2B5EF4-FFF2-40B4-BE49-F238E27FC236}">
                <a16:creationId xmlns:a16="http://schemas.microsoft.com/office/drawing/2014/main" id="{AE8CA158-E82E-AAD5-8FE8-13E35672F9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352" y="3581326"/>
            <a:ext cx="602733" cy="1069556"/>
          </a:xfrm>
          <a:prstGeom prst="rect">
            <a:avLst/>
          </a:prstGeom>
        </p:spPr>
      </p:pic>
      <p:pic>
        <p:nvPicPr>
          <p:cNvPr id="39" name="Picture 38" descr="Icon&#10;&#10;Description automatically generated">
            <a:extLst>
              <a:ext uri="{FF2B5EF4-FFF2-40B4-BE49-F238E27FC236}">
                <a16:creationId xmlns:a16="http://schemas.microsoft.com/office/drawing/2014/main" id="{37B15C46-9F3A-CDFD-5D72-66DEC0FAA3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094" y="3759200"/>
            <a:ext cx="602733" cy="1069556"/>
          </a:xfrm>
          <a:prstGeom prst="rect">
            <a:avLst/>
          </a:prstGeom>
        </p:spPr>
      </p:pic>
      <p:pic>
        <p:nvPicPr>
          <p:cNvPr id="40" name="Picture 39" descr="Icon&#10;&#10;Description automatically generated">
            <a:extLst>
              <a:ext uri="{FF2B5EF4-FFF2-40B4-BE49-F238E27FC236}">
                <a16:creationId xmlns:a16="http://schemas.microsoft.com/office/drawing/2014/main" id="{2B1E3097-A5E5-E368-A042-EAE2AC1D4B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680" y="3600450"/>
            <a:ext cx="602733" cy="1069556"/>
          </a:xfrm>
          <a:prstGeom prst="rect">
            <a:avLst/>
          </a:prstGeom>
        </p:spPr>
      </p:pic>
      <p:pic>
        <p:nvPicPr>
          <p:cNvPr id="41" name="Picture 40" descr="Icon&#10;&#10;Description automatically generated">
            <a:extLst>
              <a:ext uri="{FF2B5EF4-FFF2-40B4-BE49-F238E27FC236}">
                <a16:creationId xmlns:a16="http://schemas.microsoft.com/office/drawing/2014/main" id="{F703E969-DB73-A7A7-4479-27BE6D34B7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441" y="3600450"/>
            <a:ext cx="602733" cy="1069556"/>
          </a:xfrm>
          <a:prstGeom prst="rect">
            <a:avLst/>
          </a:prstGeom>
        </p:spPr>
      </p:pic>
      <p:pic>
        <p:nvPicPr>
          <p:cNvPr id="42" name="Picture 41" descr="Icon&#10;&#10;Description automatically generated">
            <a:extLst>
              <a:ext uri="{FF2B5EF4-FFF2-40B4-BE49-F238E27FC236}">
                <a16:creationId xmlns:a16="http://schemas.microsoft.com/office/drawing/2014/main" id="{76985B5A-E40B-EECA-649C-78365E43BB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7713" y="3600450"/>
            <a:ext cx="602733" cy="1069556"/>
          </a:xfrm>
          <a:prstGeom prst="rect">
            <a:avLst/>
          </a:prstGeom>
        </p:spPr>
      </p:pic>
      <p:pic>
        <p:nvPicPr>
          <p:cNvPr id="43" name="Picture 42" descr="Icon&#10;&#10;Description automatically generated">
            <a:extLst>
              <a:ext uri="{FF2B5EF4-FFF2-40B4-BE49-F238E27FC236}">
                <a16:creationId xmlns:a16="http://schemas.microsoft.com/office/drawing/2014/main" id="{D39C0C88-0F53-D710-A3B4-E3779D2A7A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7829" y="3509482"/>
            <a:ext cx="602733" cy="1069556"/>
          </a:xfrm>
          <a:prstGeom prst="rect">
            <a:avLst/>
          </a:prstGeom>
        </p:spPr>
      </p:pic>
      <p:pic>
        <p:nvPicPr>
          <p:cNvPr id="45" name="Graphic 44" descr="Fax with solid fill">
            <a:extLst>
              <a:ext uri="{FF2B5EF4-FFF2-40B4-BE49-F238E27FC236}">
                <a16:creationId xmlns:a16="http://schemas.microsoft.com/office/drawing/2014/main" id="{36CC23C3-45F0-2204-1AB5-2B9CC0A92C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934" y="5627281"/>
            <a:ext cx="914400" cy="914400"/>
          </a:xfrm>
          <a:prstGeom prst="rect">
            <a:avLst/>
          </a:prstGeom>
        </p:spPr>
      </p:pic>
      <p:pic>
        <p:nvPicPr>
          <p:cNvPr id="46" name="Graphic 45" descr="Fax with solid fill">
            <a:extLst>
              <a:ext uri="{FF2B5EF4-FFF2-40B4-BE49-F238E27FC236}">
                <a16:creationId xmlns:a16="http://schemas.microsoft.com/office/drawing/2014/main" id="{40AA1A01-C8F7-BBB7-A462-735BD0A954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8272" y="5584406"/>
            <a:ext cx="914400" cy="914400"/>
          </a:xfrm>
          <a:prstGeom prst="rect">
            <a:avLst/>
          </a:prstGeom>
        </p:spPr>
      </p:pic>
      <p:pic>
        <p:nvPicPr>
          <p:cNvPr id="48" name="Graphic 47" descr="Fax with solid fill">
            <a:extLst>
              <a:ext uri="{FF2B5EF4-FFF2-40B4-BE49-F238E27FC236}">
                <a16:creationId xmlns:a16="http://schemas.microsoft.com/office/drawing/2014/main" id="{7DD4BC62-0013-E8DE-A931-C5996132AF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77334" y="5623613"/>
            <a:ext cx="914400" cy="914400"/>
          </a:xfrm>
          <a:prstGeom prst="rect">
            <a:avLst/>
          </a:prstGeom>
        </p:spPr>
      </p:pic>
      <p:pic>
        <p:nvPicPr>
          <p:cNvPr id="49" name="Graphic 48" descr="Fax with solid fill">
            <a:extLst>
              <a:ext uri="{FF2B5EF4-FFF2-40B4-BE49-F238E27FC236}">
                <a16:creationId xmlns:a16="http://schemas.microsoft.com/office/drawing/2014/main" id="{816EEF8E-35CA-378B-E833-C24E345F49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61124" y="5590534"/>
            <a:ext cx="914400" cy="914400"/>
          </a:xfrm>
          <a:prstGeom prst="rect">
            <a:avLst/>
          </a:prstGeom>
        </p:spPr>
      </p:pic>
      <p:pic>
        <p:nvPicPr>
          <p:cNvPr id="50" name="Graphic 49" descr="Fax with solid fill">
            <a:extLst>
              <a:ext uri="{FF2B5EF4-FFF2-40B4-BE49-F238E27FC236}">
                <a16:creationId xmlns:a16="http://schemas.microsoft.com/office/drawing/2014/main" id="{995D4A49-FB11-E339-8CFD-947E313F8D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74614" y="5566144"/>
            <a:ext cx="914400" cy="914400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D653160-7276-27A4-010D-70DD6D5D952D}"/>
              </a:ext>
            </a:extLst>
          </p:cNvPr>
          <p:cNvCxnSpPr>
            <a:cxnSpLocks/>
          </p:cNvCxnSpPr>
          <p:nvPr/>
        </p:nvCxnSpPr>
        <p:spPr>
          <a:xfrm flipH="1">
            <a:off x="654474" y="3343275"/>
            <a:ext cx="248703" cy="17081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FF4AE8B-EA3E-1C22-4C2C-47B26F80FE36}"/>
              </a:ext>
            </a:extLst>
          </p:cNvPr>
          <p:cNvCxnSpPr>
            <a:cxnSpLocks/>
          </p:cNvCxnSpPr>
          <p:nvPr/>
        </p:nvCxnSpPr>
        <p:spPr>
          <a:xfrm>
            <a:off x="1136751" y="3294738"/>
            <a:ext cx="139577" cy="24146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69D8E40-CD8E-2D89-A8B0-7435F2CBD391}"/>
              </a:ext>
            </a:extLst>
          </p:cNvPr>
          <p:cNvCxnSpPr>
            <a:cxnSpLocks/>
          </p:cNvCxnSpPr>
          <p:nvPr/>
        </p:nvCxnSpPr>
        <p:spPr>
          <a:xfrm>
            <a:off x="1341173" y="3294738"/>
            <a:ext cx="319505" cy="15111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FE0603D-49BF-C42F-CF4F-1C5BC6E7A476}"/>
              </a:ext>
            </a:extLst>
          </p:cNvPr>
          <p:cNvCxnSpPr>
            <a:cxnSpLocks/>
          </p:cNvCxnSpPr>
          <p:nvPr/>
        </p:nvCxnSpPr>
        <p:spPr>
          <a:xfrm>
            <a:off x="1560698" y="3276674"/>
            <a:ext cx="501782" cy="48252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CA26EDB-15DA-DC43-392F-37DAB8B34466}"/>
              </a:ext>
            </a:extLst>
          </p:cNvPr>
          <p:cNvCxnSpPr>
            <a:cxnSpLocks/>
          </p:cNvCxnSpPr>
          <p:nvPr/>
        </p:nvCxnSpPr>
        <p:spPr>
          <a:xfrm flipH="1">
            <a:off x="3062244" y="3343275"/>
            <a:ext cx="125269" cy="1866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A912FF6-C3B8-D425-96F0-2011A9A4DA96}"/>
              </a:ext>
            </a:extLst>
          </p:cNvPr>
          <p:cNvCxnSpPr>
            <a:cxnSpLocks/>
          </p:cNvCxnSpPr>
          <p:nvPr/>
        </p:nvCxnSpPr>
        <p:spPr>
          <a:xfrm>
            <a:off x="3368546" y="3343275"/>
            <a:ext cx="343359" cy="26262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A7A8F2D-0259-3BA2-5B11-B51D4DF75777}"/>
              </a:ext>
            </a:extLst>
          </p:cNvPr>
          <p:cNvCxnSpPr>
            <a:cxnSpLocks/>
          </p:cNvCxnSpPr>
          <p:nvPr/>
        </p:nvCxnSpPr>
        <p:spPr>
          <a:xfrm>
            <a:off x="3590277" y="3343275"/>
            <a:ext cx="484921" cy="13076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361429D-B4F2-0136-F18B-8CBCF2C88BB1}"/>
              </a:ext>
            </a:extLst>
          </p:cNvPr>
          <p:cNvCxnSpPr>
            <a:cxnSpLocks/>
          </p:cNvCxnSpPr>
          <p:nvPr/>
        </p:nvCxnSpPr>
        <p:spPr>
          <a:xfrm>
            <a:off x="3589319" y="3294738"/>
            <a:ext cx="1202341" cy="70234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E28D3CD-2563-768F-C31C-494209FDF380}"/>
              </a:ext>
            </a:extLst>
          </p:cNvPr>
          <p:cNvCxnSpPr>
            <a:cxnSpLocks/>
          </p:cNvCxnSpPr>
          <p:nvPr/>
        </p:nvCxnSpPr>
        <p:spPr>
          <a:xfrm flipH="1">
            <a:off x="5965721" y="3343275"/>
            <a:ext cx="125269" cy="1866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0FC2966-2523-7C4D-A984-0C73E395B168}"/>
              </a:ext>
            </a:extLst>
          </p:cNvPr>
          <p:cNvCxnSpPr>
            <a:cxnSpLocks/>
          </p:cNvCxnSpPr>
          <p:nvPr/>
        </p:nvCxnSpPr>
        <p:spPr>
          <a:xfrm>
            <a:off x="6272023" y="3343275"/>
            <a:ext cx="343359" cy="26262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544958D-1793-741A-6B8B-C310A498510F}"/>
              </a:ext>
            </a:extLst>
          </p:cNvPr>
          <p:cNvCxnSpPr>
            <a:cxnSpLocks/>
          </p:cNvCxnSpPr>
          <p:nvPr/>
        </p:nvCxnSpPr>
        <p:spPr>
          <a:xfrm>
            <a:off x="6493754" y="3343275"/>
            <a:ext cx="484921" cy="13076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53E5A1A-40E3-F002-F655-E6515E1D7F2F}"/>
              </a:ext>
            </a:extLst>
          </p:cNvPr>
          <p:cNvCxnSpPr>
            <a:cxnSpLocks/>
          </p:cNvCxnSpPr>
          <p:nvPr/>
        </p:nvCxnSpPr>
        <p:spPr>
          <a:xfrm>
            <a:off x="6492796" y="3294738"/>
            <a:ext cx="720804" cy="4644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Computer with solid fill">
            <a:extLst>
              <a:ext uri="{FF2B5EF4-FFF2-40B4-BE49-F238E27FC236}">
                <a16:creationId xmlns:a16="http://schemas.microsoft.com/office/drawing/2014/main" id="{6E0BF4FB-CA8C-00C4-2633-65601FB881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4137" y="4477056"/>
            <a:ext cx="914400" cy="914400"/>
          </a:xfrm>
          <a:prstGeom prst="rect">
            <a:avLst/>
          </a:prstGeom>
        </p:spPr>
      </p:pic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D045715-3F13-85B9-7040-0C7AA2828810}"/>
              </a:ext>
            </a:extLst>
          </p:cNvPr>
          <p:cNvCxnSpPr>
            <a:cxnSpLocks/>
          </p:cNvCxnSpPr>
          <p:nvPr/>
        </p:nvCxnSpPr>
        <p:spPr>
          <a:xfrm flipH="1">
            <a:off x="8251601" y="3343275"/>
            <a:ext cx="125269" cy="1866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E94A21D6-E6A1-1FB3-2FA2-578DF942A8C4}"/>
              </a:ext>
            </a:extLst>
          </p:cNvPr>
          <p:cNvCxnSpPr>
            <a:cxnSpLocks/>
          </p:cNvCxnSpPr>
          <p:nvPr/>
        </p:nvCxnSpPr>
        <p:spPr>
          <a:xfrm>
            <a:off x="8557903" y="3343275"/>
            <a:ext cx="483884" cy="26262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DAD881D-D15D-F910-7052-1DEC0CCD64F3}"/>
              </a:ext>
            </a:extLst>
          </p:cNvPr>
          <p:cNvCxnSpPr>
            <a:cxnSpLocks/>
          </p:cNvCxnSpPr>
          <p:nvPr/>
        </p:nvCxnSpPr>
        <p:spPr>
          <a:xfrm>
            <a:off x="8779634" y="3343275"/>
            <a:ext cx="426868" cy="13267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1808018-02B3-52F1-E90C-48A0A673BED3}"/>
              </a:ext>
            </a:extLst>
          </p:cNvPr>
          <p:cNvCxnSpPr>
            <a:cxnSpLocks/>
          </p:cNvCxnSpPr>
          <p:nvPr/>
        </p:nvCxnSpPr>
        <p:spPr>
          <a:xfrm>
            <a:off x="8778676" y="3294738"/>
            <a:ext cx="751404" cy="4644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4A3397F-B762-16B3-EAE3-120AD5581B68}"/>
              </a:ext>
            </a:extLst>
          </p:cNvPr>
          <p:cNvCxnSpPr>
            <a:cxnSpLocks/>
          </p:cNvCxnSpPr>
          <p:nvPr/>
        </p:nvCxnSpPr>
        <p:spPr>
          <a:xfrm flipH="1">
            <a:off x="12953284" y="3343275"/>
            <a:ext cx="125269" cy="1866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C5C242D-BC71-52A0-5EB2-C10331C8AA2B}"/>
              </a:ext>
            </a:extLst>
          </p:cNvPr>
          <p:cNvCxnSpPr>
            <a:cxnSpLocks/>
          </p:cNvCxnSpPr>
          <p:nvPr/>
        </p:nvCxnSpPr>
        <p:spPr>
          <a:xfrm>
            <a:off x="13259586" y="3343275"/>
            <a:ext cx="586399" cy="23660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2F04645-70D1-92FE-FD88-268202D67CED}"/>
              </a:ext>
            </a:extLst>
          </p:cNvPr>
          <p:cNvCxnSpPr>
            <a:cxnSpLocks/>
          </p:cNvCxnSpPr>
          <p:nvPr/>
        </p:nvCxnSpPr>
        <p:spPr>
          <a:xfrm>
            <a:off x="13481317" y="3343275"/>
            <a:ext cx="484921" cy="13076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C2ED9205-3178-F4E7-F02D-83A11D76B9DC}"/>
              </a:ext>
            </a:extLst>
          </p:cNvPr>
          <p:cNvCxnSpPr>
            <a:cxnSpLocks/>
          </p:cNvCxnSpPr>
          <p:nvPr/>
        </p:nvCxnSpPr>
        <p:spPr>
          <a:xfrm>
            <a:off x="13480359" y="3294738"/>
            <a:ext cx="970799" cy="55101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Graphic 101" descr="Fax with solid fill">
            <a:extLst>
              <a:ext uri="{FF2B5EF4-FFF2-40B4-BE49-F238E27FC236}">
                <a16:creationId xmlns:a16="http://schemas.microsoft.com/office/drawing/2014/main" id="{0E100299-D1E1-2583-D599-B3C30EB092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5426" y="5627281"/>
            <a:ext cx="914400" cy="914400"/>
          </a:xfrm>
          <a:prstGeom prst="rect">
            <a:avLst/>
          </a:prstGeom>
        </p:spPr>
      </p:pic>
      <p:pic>
        <p:nvPicPr>
          <p:cNvPr id="104" name="Graphic 103" descr="Computer with solid fill">
            <a:extLst>
              <a:ext uri="{FF2B5EF4-FFF2-40B4-BE49-F238E27FC236}">
                <a16:creationId xmlns:a16="http://schemas.microsoft.com/office/drawing/2014/main" id="{91DDB073-542C-C6DF-B1F7-16D21CCBE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20651" y="4514850"/>
            <a:ext cx="914400" cy="914400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15E49380-F98D-146E-0D81-829E2246A309}"/>
              </a:ext>
            </a:extLst>
          </p:cNvPr>
          <p:cNvSpPr/>
          <p:nvPr/>
        </p:nvSpPr>
        <p:spPr>
          <a:xfrm>
            <a:off x="823549" y="1787434"/>
            <a:ext cx="62389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IT</a:t>
            </a:r>
            <a:endParaRPr lang="en-US" sz="440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47C0BF5-DADB-9B5D-B973-501990E422F9}"/>
              </a:ext>
            </a:extLst>
          </p:cNvPr>
          <p:cNvSpPr/>
          <p:nvPr/>
        </p:nvSpPr>
        <p:spPr>
          <a:xfrm>
            <a:off x="2819793" y="1776303"/>
            <a:ext cx="6864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HR</a:t>
            </a:r>
            <a:endParaRPr lang="en-US" sz="440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807FFF5-14E2-DA09-D41F-0C66C06CFF42}"/>
              </a:ext>
            </a:extLst>
          </p:cNvPr>
          <p:cNvSpPr/>
          <p:nvPr/>
        </p:nvSpPr>
        <p:spPr>
          <a:xfrm>
            <a:off x="5352904" y="1764791"/>
            <a:ext cx="227979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Management</a:t>
            </a:r>
            <a:endParaRPr lang="en-US" sz="440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387A32E-673F-286D-C7E6-79B1A34C9BCB}"/>
              </a:ext>
            </a:extLst>
          </p:cNvPr>
          <p:cNvSpPr/>
          <p:nvPr/>
        </p:nvSpPr>
        <p:spPr>
          <a:xfrm>
            <a:off x="7948900" y="1776303"/>
            <a:ext cx="10871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Sales</a:t>
            </a:r>
            <a:endParaRPr lang="en-US" sz="440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6C23611-4D36-93C5-F3BA-9A84F2590322}"/>
              </a:ext>
            </a:extLst>
          </p:cNvPr>
          <p:cNvSpPr/>
          <p:nvPr/>
        </p:nvSpPr>
        <p:spPr>
          <a:xfrm>
            <a:off x="10349238" y="1776303"/>
            <a:ext cx="14446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Finance</a:t>
            </a:r>
            <a:endParaRPr lang="en-US" sz="440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B49AD1E-062C-1ABD-E11F-9001AAEF6224}"/>
              </a:ext>
            </a:extLst>
          </p:cNvPr>
          <p:cNvSpPr/>
          <p:nvPr/>
        </p:nvSpPr>
        <p:spPr>
          <a:xfrm>
            <a:off x="12303233" y="1776303"/>
            <a:ext cx="153599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Support</a:t>
            </a:r>
            <a:endParaRPr lang="en-US" sz="4400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AD88BC1-FD11-DB93-B00A-03942F0F7877}"/>
              </a:ext>
            </a:extLst>
          </p:cNvPr>
          <p:cNvCxnSpPr>
            <a:cxnSpLocks/>
          </p:cNvCxnSpPr>
          <p:nvPr/>
        </p:nvCxnSpPr>
        <p:spPr>
          <a:xfrm flipH="1">
            <a:off x="10783993" y="3343275"/>
            <a:ext cx="125269" cy="186667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461BABE-D045-3D22-611E-075E18FE14AC}"/>
              </a:ext>
            </a:extLst>
          </p:cNvPr>
          <p:cNvCxnSpPr>
            <a:cxnSpLocks/>
          </p:cNvCxnSpPr>
          <p:nvPr/>
        </p:nvCxnSpPr>
        <p:spPr>
          <a:xfrm>
            <a:off x="11090295" y="3343275"/>
            <a:ext cx="586399" cy="236606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4ACC8F2-B1B2-2B9D-F60A-42B111699DE1}"/>
              </a:ext>
            </a:extLst>
          </p:cNvPr>
          <p:cNvCxnSpPr>
            <a:cxnSpLocks/>
          </p:cNvCxnSpPr>
          <p:nvPr/>
        </p:nvCxnSpPr>
        <p:spPr>
          <a:xfrm>
            <a:off x="11312026" y="3343275"/>
            <a:ext cx="484921" cy="130760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7076DD0-783D-9AB5-0FDB-0AD42B2DC905}"/>
              </a:ext>
            </a:extLst>
          </p:cNvPr>
          <p:cNvCxnSpPr>
            <a:cxnSpLocks/>
          </p:cNvCxnSpPr>
          <p:nvPr/>
        </p:nvCxnSpPr>
        <p:spPr>
          <a:xfrm>
            <a:off x="11311068" y="3294738"/>
            <a:ext cx="769172" cy="46446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C3E6411-15B2-0B61-7534-E21CA7A36ABC}"/>
              </a:ext>
            </a:extLst>
          </p:cNvPr>
          <p:cNvSpPr/>
          <p:nvPr/>
        </p:nvSpPr>
        <p:spPr>
          <a:xfrm rot="1915461">
            <a:off x="3797688" y="3408722"/>
            <a:ext cx="1282722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00" dirty="0">
                <a:ln w="0"/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straight through</a:t>
            </a:r>
            <a:endParaRPr lang="en-US" dirty="0">
              <a:ln w="0"/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C5372BB4-EF4E-0FD9-0D73-FBCCA615EF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17550" y="2547519"/>
            <a:ext cx="1241296" cy="900345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0FAAF1A9-1C6B-F7D2-1F7E-1A29AB0F51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9811" y="2499142"/>
            <a:ext cx="1241296" cy="900345"/>
          </a:xfrm>
          <a:prstGeom prst="rect">
            <a:avLst/>
          </a:prstGeom>
        </p:spPr>
      </p:pic>
      <p:pic>
        <p:nvPicPr>
          <p:cNvPr id="10" name="صورة 9">
            <a:extLst>
              <a:ext uri="{FF2B5EF4-FFF2-40B4-BE49-F238E27FC236}">
                <a16:creationId xmlns:a16="http://schemas.microsoft.com/office/drawing/2014/main" id="{FBEF4255-858A-FACF-B021-0DCAAEBF4F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255" y="2442930"/>
            <a:ext cx="1241296" cy="900345"/>
          </a:xfrm>
          <a:prstGeom prst="rect">
            <a:avLst/>
          </a:prstGeom>
        </p:spPr>
      </p:pic>
      <p:pic>
        <p:nvPicPr>
          <p:cNvPr id="12" name="صورة 11">
            <a:extLst>
              <a:ext uri="{FF2B5EF4-FFF2-40B4-BE49-F238E27FC236}">
                <a16:creationId xmlns:a16="http://schemas.microsoft.com/office/drawing/2014/main" id="{B3E20FC0-43D4-BF5A-5E63-796EBF7EA8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8842" y="2467405"/>
            <a:ext cx="1241296" cy="900345"/>
          </a:xfrm>
          <a:prstGeom prst="rect">
            <a:avLst/>
          </a:prstGeom>
        </p:spPr>
      </p:pic>
      <p:pic>
        <p:nvPicPr>
          <p:cNvPr id="14" name="صورة 13">
            <a:extLst>
              <a:ext uri="{FF2B5EF4-FFF2-40B4-BE49-F238E27FC236}">
                <a16:creationId xmlns:a16="http://schemas.microsoft.com/office/drawing/2014/main" id="{6CA341B2-50E0-C6EC-3345-B741DDF698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3669" y="2444931"/>
            <a:ext cx="1241296" cy="900345"/>
          </a:xfrm>
          <a:prstGeom prst="rect">
            <a:avLst/>
          </a:prstGeom>
        </p:spPr>
      </p:pic>
      <p:pic>
        <p:nvPicPr>
          <p:cNvPr id="15" name="صورة 14">
            <a:extLst>
              <a:ext uri="{FF2B5EF4-FFF2-40B4-BE49-F238E27FC236}">
                <a16:creationId xmlns:a16="http://schemas.microsoft.com/office/drawing/2014/main" id="{D5A296D7-F794-9126-CD23-7A4A2CA87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18" y="2528654"/>
            <a:ext cx="1241296" cy="90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24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صورة 17">
            <a:extLst>
              <a:ext uri="{FF2B5EF4-FFF2-40B4-BE49-F238E27FC236}">
                <a16:creationId xmlns:a16="http://schemas.microsoft.com/office/drawing/2014/main" id="{7FE65FE6-8B17-CAE9-CF9D-D7392BC3D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322" y="3389811"/>
            <a:ext cx="8729143" cy="325334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D8FD5B3-CB44-7CEF-F306-893368F834E0}"/>
              </a:ext>
            </a:extLst>
          </p:cNvPr>
          <p:cNvSpPr/>
          <p:nvPr/>
        </p:nvSpPr>
        <p:spPr>
          <a:xfrm>
            <a:off x="4665905" y="62680"/>
            <a:ext cx="527900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Distribution layer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2C23C8B-E05D-1138-4AE9-FA9A8DC9B469}"/>
              </a:ext>
            </a:extLst>
          </p:cNvPr>
          <p:cNvCxnSpPr>
            <a:cxnSpLocks/>
          </p:cNvCxnSpPr>
          <p:nvPr/>
        </p:nvCxnSpPr>
        <p:spPr>
          <a:xfrm flipH="1">
            <a:off x="3718560" y="2144653"/>
            <a:ext cx="904240" cy="1807587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3DA81098-0F2F-8717-171A-77DE9FC42828}"/>
              </a:ext>
            </a:extLst>
          </p:cNvPr>
          <p:cNvCxnSpPr>
            <a:cxnSpLocks/>
          </p:cNvCxnSpPr>
          <p:nvPr/>
        </p:nvCxnSpPr>
        <p:spPr>
          <a:xfrm>
            <a:off x="4693920" y="2096999"/>
            <a:ext cx="124385" cy="1855241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3F98AD5-D7B8-DE93-2316-EA3095522351}"/>
              </a:ext>
            </a:extLst>
          </p:cNvPr>
          <p:cNvCxnSpPr>
            <a:cxnSpLocks/>
          </p:cNvCxnSpPr>
          <p:nvPr/>
        </p:nvCxnSpPr>
        <p:spPr>
          <a:xfrm>
            <a:off x="4622800" y="2096999"/>
            <a:ext cx="2014145" cy="1897736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ED7A4A6-87F3-CB75-B900-AC34339B0526}"/>
              </a:ext>
            </a:extLst>
          </p:cNvPr>
          <p:cNvCxnSpPr>
            <a:cxnSpLocks/>
          </p:cNvCxnSpPr>
          <p:nvPr/>
        </p:nvCxnSpPr>
        <p:spPr>
          <a:xfrm>
            <a:off x="4693920" y="2120826"/>
            <a:ext cx="3142878" cy="1831414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9CCAA65-EC24-217A-D8D4-F55A5D7A24A2}"/>
              </a:ext>
            </a:extLst>
          </p:cNvPr>
          <p:cNvCxnSpPr>
            <a:cxnSpLocks/>
          </p:cNvCxnSpPr>
          <p:nvPr/>
        </p:nvCxnSpPr>
        <p:spPr>
          <a:xfrm>
            <a:off x="4756112" y="2132740"/>
            <a:ext cx="4546279" cy="1861995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4AC2981-B8FA-C209-FECE-B2C4964D7DEA}"/>
              </a:ext>
            </a:extLst>
          </p:cNvPr>
          <p:cNvCxnSpPr>
            <a:cxnSpLocks/>
          </p:cNvCxnSpPr>
          <p:nvPr/>
        </p:nvCxnSpPr>
        <p:spPr>
          <a:xfrm>
            <a:off x="4693920" y="2096999"/>
            <a:ext cx="5579984" cy="1855241"/>
          </a:xfrm>
          <a:prstGeom prst="line">
            <a:avLst/>
          </a:prstGeom>
          <a:ln w="381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10E2D1E-5D3C-441B-01FF-6F5F8447FF0F}"/>
              </a:ext>
            </a:extLst>
          </p:cNvPr>
          <p:cNvSpPr/>
          <p:nvPr/>
        </p:nvSpPr>
        <p:spPr>
          <a:xfrm>
            <a:off x="2845748" y="3172639"/>
            <a:ext cx="9252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F0/1-3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8E8832A-0AD3-0DE8-6ED5-93F83988DFE3}"/>
              </a:ext>
            </a:extLst>
          </p:cNvPr>
          <p:cNvSpPr/>
          <p:nvPr/>
        </p:nvSpPr>
        <p:spPr>
          <a:xfrm>
            <a:off x="3152873" y="2120826"/>
            <a:ext cx="116570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G1/0/1-6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4CFBA50-77AC-4E94-6393-4F1AD5455458}"/>
              </a:ext>
            </a:extLst>
          </p:cNvPr>
          <p:cNvCxnSpPr>
            <a:cxnSpLocks/>
          </p:cNvCxnSpPr>
          <p:nvPr/>
        </p:nvCxnSpPr>
        <p:spPr>
          <a:xfrm flipH="1">
            <a:off x="9320852" y="2000418"/>
            <a:ext cx="803285" cy="19943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5BEED0DD-CE62-FA0B-0B33-E42B5D2A05AC}"/>
              </a:ext>
            </a:extLst>
          </p:cNvPr>
          <p:cNvCxnSpPr>
            <a:cxnSpLocks/>
          </p:cNvCxnSpPr>
          <p:nvPr/>
        </p:nvCxnSpPr>
        <p:spPr>
          <a:xfrm>
            <a:off x="10081246" y="2096999"/>
            <a:ext cx="325370" cy="1897736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F19451B1-E416-6D34-DBD3-1D486343CD82}"/>
              </a:ext>
            </a:extLst>
          </p:cNvPr>
          <p:cNvCxnSpPr>
            <a:cxnSpLocks/>
          </p:cNvCxnSpPr>
          <p:nvPr/>
        </p:nvCxnSpPr>
        <p:spPr>
          <a:xfrm flipH="1">
            <a:off x="7783850" y="1957923"/>
            <a:ext cx="2408497" cy="1994317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3CCE357-09C0-1375-6C54-BAD182332E95}"/>
              </a:ext>
            </a:extLst>
          </p:cNvPr>
          <p:cNvCxnSpPr>
            <a:cxnSpLocks/>
          </p:cNvCxnSpPr>
          <p:nvPr/>
        </p:nvCxnSpPr>
        <p:spPr>
          <a:xfrm flipH="1">
            <a:off x="6655406" y="1988504"/>
            <a:ext cx="3536941" cy="2041972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3FD87E1-FE1E-8003-A0A1-88368F0A3897}"/>
              </a:ext>
            </a:extLst>
          </p:cNvPr>
          <p:cNvCxnSpPr>
            <a:cxnSpLocks/>
          </p:cNvCxnSpPr>
          <p:nvPr/>
        </p:nvCxnSpPr>
        <p:spPr>
          <a:xfrm flipH="1">
            <a:off x="4818305" y="1988504"/>
            <a:ext cx="5379188" cy="2030058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7066C487-59C1-5FDE-6FCA-B9EC5577333A}"/>
              </a:ext>
            </a:extLst>
          </p:cNvPr>
          <p:cNvCxnSpPr>
            <a:cxnSpLocks/>
          </p:cNvCxnSpPr>
          <p:nvPr/>
        </p:nvCxnSpPr>
        <p:spPr>
          <a:xfrm flipH="1">
            <a:off x="3771001" y="1957923"/>
            <a:ext cx="6443557" cy="2072553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67CDE93-1073-D830-FF6B-69C33AA05FB6}"/>
              </a:ext>
            </a:extLst>
          </p:cNvPr>
          <p:cNvSpPr/>
          <p:nvPr/>
        </p:nvSpPr>
        <p:spPr>
          <a:xfrm>
            <a:off x="7937139" y="1126765"/>
            <a:ext cx="138371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Cross Over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DFC9E26D-45F8-D4C1-F5AF-EBB16E5CA29F}"/>
              </a:ext>
            </a:extLst>
          </p:cNvPr>
          <p:cNvSpPr/>
          <p:nvPr/>
        </p:nvSpPr>
        <p:spPr>
          <a:xfrm>
            <a:off x="10708640" y="1547964"/>
            <a:ext cx="269919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Distribution layer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8701E803-63AB-7E01-189E-7826DF28A8A4}"/>
              </a:ext>
            </a:extLst>
          </p:cNvPr>
          <p:cNvSpPr/>
          <p:nvPr/>
        </p:nvSpPr>
        <p:spPr>
          <a:xfrm>
            <a:off x="10716368" y="4039444"/>
            <a:ext cx="269919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Access layer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52CD18-55AF-7990-E43C-80B1A0215D23}"/>
              </a:ext>
            </a:extLst>
          </p:cNvPr>
          <p:cNvCxnSpPr>
            <a:cxnSpLocks/>
          </p:cNvCxnSpPr>
          <p:nvPr/>
        </p:nvCxnSpPr>
        <p:spPr>
          <a:xfrm>
            <a:off x="4836161" y="1732630"/>
            <a:ext cx="4749966" cy="0"/>
          </a:xfrm>
          <a:prstGeom prst="line">
            <a:avLst/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0" descr="C:\Users\ecoffey\AppData\Local\Temp\Rar$DRa0.160\30042_Device_layer3_switch_warning_64.png">
            <a:extLst>
              <a:ext uri="{FF2B5EF4-FFF2-40B4-BE49-F238E27FC236}">
                <a16:creationId xmlns:a16="http://schemas.microsoft.com/office/drawing/2014/main" id="{39E0CC01-0893-D4BE-6B4C-7F9A5B89D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080" y="1223507"/>
            <a:ext cx="803285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0" descr="C:\Users\ecoffey\AppData\Local\Temp\Rar$DRa0.160\30042_Device_layer3_switch_warning_64.png">
            <a:extLst>
              <a:ext uri="{FF2B5EF4-FFF2-40B4-BE49-F238E27FC236}">
                <a16:creationId xmlns:a16="http://schemas.microsoft.com/office/drawing/2014/main" id="{D23C4DC9-A21F-9438-E68D-6F547D712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470" y="1344384"/>
            <a:ext cx="803285" cy="830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12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صورة 32">
            <a:extLst>
              <a:ext uri="{FF2B5EF4-FFF2-40B4-BE49-F238E27FC236}">
                <a16:creationId xmlns:a16="http://schemas.microsoft.com/office/drawing/2014/main" id="{BBB84451-6B97-709E-AA7C-18319F783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627" y="3429000"/>
            <a:ext cx="7501465" cy="28411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952B21-C69E-988A-B9D5-B00F5DF41B4F}"/>
              </a:ext>
            </a:extLst>
          </p:cNvPr>
          <p:cNvSpPr/>
          <p:nvPr/>
        </p:nvSpPr>
        <p:spPr>
          <a:xfrm>
            <a:off x="8993224" y="1740591"/>
            <a:ext cx="226376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rgbClr val="F5853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Core Layer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D63492-7C10-DC52-9E46-B516C27E9F4D}"/>
              </a:ext>
            </a:extLst>
          </p:cNvPr>
          <p:cNvSpPr/>
          <p:nvPr/>
        </p:nvSpPr>
        <p:spPr>
          <a:xfrm>
            <a:off x="326208" y="341209"/>
            <a:ext cx="330571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Core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37B701-8F3E-0040-A477-001B75594D1A}"/>
              </a:ext>
            </a:extLst>
          </p:cNvPr>
          <p:cNvSpPr/>
          <p:nvPr/>
        </p:nvSpPr>
        <p:spPr>
          <a:xfrm>
            <a:off x="8993224" y="341209"/>
            <a:ext cx="90762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rgbClr val="F5853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ISP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B107AB-A416-549B-4AF0-1901A4ABB150}"/>
              </a:ext>
            </a:extLst>
          </p:cNvPr>
          <p:cNvCxnSpPr>
            <a:cxnSpLocks/>
          </p:cNvCxnSpPr>
          <p:nvPr/>
        </p:nvCxnSpPr>
        <p:spPr>
          <a:xfrm flipH="1">
            <a:off x="5329214" y="2238375"/>
            <a:ext cx="811967" cy="135774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00B52D-8681-C147-7D06-9A753802F15F}"/>
              </a:ext>
            </a:extLst>
          </p:cNvPr>
          <p:cNvCxnSpPr>
            <a:cxnSpLocks/>
          </p:cNvCxnSpPr>
          <p:nvPr/>
        </p:nvCxnSpPr>
        <p:spPr>
          <a:xfrm>
            <a:off x="6196738" y="2214712"/>
            <a:ext cx="3053257" cy="13238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6EA206-FB73-A265-BE3D-67BF7DB7B6C4}"/>
              </a:ext>
            </a:extLst>
          </p:cNvPr>
          <p:cNvCxnSpPr>
            <a:cxnSpLocks/>
          </p:cNvCxnSpPr>
          <p:nvPr/>
        </p:nvCxnSpPr>
        <p:spPr>
          <a:xfrm flipH="1">
            <a:off x="5363502" y="2301396"/>
            <a:ext cx="2408898" cy="1270758"/>
          </a:xfrm>
          <a:prstGeom prst="line">
            <a:avLst/>
          </a:prstGeom>
          <a:ln w="38100">
            <a:solidFill>
              <a:srgbClr val="F58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4ABCBB-3C97-312F-05EF-BB924DEAB236}"/>
              </a:ext>
            </a:extLst>
          </p:cNvPr>
          <p:cNvCxnSpPr>
            <a:cxnSpLocks/>
          </p:cNvCxnSpPr>
          <p:nvPr/>
        </p:nvCxnSpPr>
        <p:spPr>
          <a:xfrm>
            <a:off x="7818523" y="2325366"/>
            <a:ext cx="1431472" cy="1246788"/>
          </a:xfrm>
          <a:prstGeom prst="line">
            <a:avLst/>
          </a:prstGeom>
          <a:ln w="38100">
            <a:solidFill>
              <a:srgbClr val="F585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80BEF3F-E613-6CF9-85FE-43DEE367ED09}"/>
              </a:ext>
            </a:extLst>
          </p:cNvPr>
          <p:cNvSpPr/>
          <p:nvPr/>
        </p:nvSpPr>
        <p:spPr>
          <a:xfrm>
            <a:off x="8527316" y="2610076"/>
            <a:ext cx="1445359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Fiber Optic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9703C0-5E55-091E-80B7-95F2499179D6}"/>
              </a:ext>
            </a:extLst>
          </p:cNvPr>
          <p:cNvCxnSpPr>
            <a:cxnSpLocks/>
          </p:cNvCxnSpPr>
          <p:nvPr/>
        </p:nvCxnSpPr>
        <p:spPr>
          <a:xfrm flipH="1">
            <a:off x="6096000" y="925984"/>
            <a:ext cx="485515" cy="7534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758FE49F-40BF-914D-055A-18CF69188D6D}"/>
              </a:ext>
            </a:extLst>
          </p:cNvPr>
          <p:cNvSpPr/>
          <p:nvPr/>
        </p:nvSpPr>
        <p:spPr>
          <a:xfrm>
            <a:off x="5260988" y="1354611"/>
            <a:ext cx="856828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S0/0/0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BA9FC7D-FBFA-D9BB-AD40-D13691E0D9AC}"/>
              </a:ext>
            </a:extLst>
          </p:cNvPr>
          <p:cNvSpPr/>
          <p:nvPr/>
        </p:nvSpPr>
        <p:spPr>
          <a:xfrm>
            <a:off x="7885360" y="1354611"/>
            <a:ext cx="1107864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S0/0/0</a:t>
            </a:r>
          </a:p>
        </p:txBody>
      </p:sp>
      <p:cxnSp>
        <p:nvCxnSpPr>
          <p:cNvPr id="12" name="Straight Connector 9">
            <a:extLst>
              <a:ext uri="{FF2B5EF4-FFF2-40B4-BE49-F238E27FC236}">
                <a16:creationId xmlns:a16="http://schemas.microsoft.com/office/drawing/2014/main" id="{A4DD353E-15D8-C040-39B4-4AD718F49956}"/>
              </a:ext>
            </a:extLst>
          </p:cNvPr>
          <p:cNvCxnSpPr>
            <a:cxnSpLocks/>
          </p:cNvCxnSpPr>
          <p:nvPr/>
        </p:nvCxnSpPr>
        <p:spPr>
          <a:xfrm>
            <a:off x="7236296" y="860682"/>
            <a:ext cx="803214" cy="9112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صورة 14">
            <a:extLst>
              <a:ext uri="{FF2B5EF4-FFF2-40B4-BE49-F238E27FC236}">
                <a16:creationId xmlns:a16="http://schemas.microsoft.com/office/drawing/2014/main" id="{2D37369B-0CCA-3BE4-73FD-133B02B2AD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727" y="1590439"/>
            <a:ext cx="815484" cy="91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صورة 16">
            <a:extLst>
              <a:ext uri="{FF2B5EF4-FFF2-40B4-BE49-F238E27FC236}">
                <a16:creationId xmlns:a16="http://schemas.microsoft.com/office/drawing/2014/main" id="{4C457CE1-191A-EC3C-31B7-655E22D388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996" y="1461223"/>
            <a:ext cx="815484" cy="100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صورة 23">
            <a:extLst>
              <a:ext uri="{FF2B5EF4-FFF2-40B4-BE49-F238E27FC236}">
                <a16:creationId xmlns:a16="http://schemas.microsoft.com/office/drawing/2014/main" id="{12460099-5A32-1392-29BD-CDCFE26D5F0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69C4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823" y="395834"/>
            <a:ext cx="815484" cy="91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6">
            <a:extLst>
              <a:ext uri="{FF2B5EF4-FFF2-40B4-BE49-F238E27FC236}">
                <a16:creationId xmlns:a16="http://schemas.microsoft.com/office/drawing/2014/main" id="{04F63932-9E88-5187-2238-D3C7313D5E70}"/>
              </a:ext>
            </a:extLst>
          </p:cNvPr>
          <p:cNvSpPr/>
          <p:nvPr/>
        </p:nvSpPr>
        <p:spPr>
          <a:xfrm>
            <a:off x="6463255" y="860682"/>
            <a:ext cx="1023215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00" b="1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</a:rPr>
              <a:t>ISP</a:t>
            </a:r>
          </a:p>
        </p:txBody>
      </p:sp>
    </p:spTree>
    <p:extLst>
      <p:ext uri="{BB962C8B-B14F-4D97-AF65-F5344CB8AC3E}">
        <p14:creationId xmlns:p14="http://schemas.microsoft.com/office/powerpoint/2010/main" val="1111993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30</Words>
  <Application>Microsoft Office PowerPoint</Application>
  <PresentationFormat>مخصص</PresentationFormat>
  <Paragraphs>21</Paragraphs>
  <Slides>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Comic Sans MS</vt:lpstr>
      <vt:lpstr>Office Theme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2022-09-16T20:10:58Z</dcterms:created>
  <dcterms:modified xsi:type="dcterms:W3CDTF">2025-09-17T20:57:07Z</dcterms:modified>
</cp:coreProperties>
</file>